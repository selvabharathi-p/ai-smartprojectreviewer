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College Event Management Portal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Centralized web platform for managing college events, registrations, and feedback.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Manual event coordination causes miscommunication</a:t>
            </a:r>
          </a:p>
          <a:p>
            <a:r>
              <a:t>No centralized registration or attendance tracking</a:t>
            </a:r>
          </a:p>
          <a:p>
            <a:r>
              <a:t>Feedback collection is paper-based and slow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Team Members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Deepa Menon</a:t>
            </a:r>
          </a:p>
          <a:p>
            <a:r>
              <a:t>Karthik Rajan</a:t>
            </a:r>
          </a:p>
          <a:p>
            <a:r>
              <a:t>Sneha Pillai</a:t>
            </a:r>
          </a:p>
          <a:p>
            <a:r>
              <a:t>Mohammed Asif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User Authentication &amp; Role Management</a:t>
            </a:r>
          </a:p>
          <a:p>
            <a:r>
              <a:t>Event Creation &amp; Scheduling</a:t>
            </a:r>
          </a:p>
          <a:p>
            <a:r>
              <a:t>Online Registration &amp; QR Ticketing</a:t>
            </a:r>
          </a:p>
          <a:p>
            <a:r>
              <a:t>Notification System (Email/SMS)</a:t>
            </a:r>
          </a:p>
          <a:p>
            <a:r>
              <a:t>Feedback &amp; Analytics Dashboard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Next.js</a:t>
            </a:r>
          </a:p>
          <a:p>
            <a:r>
              <a:t>Node.js</a:t>
            </a:r>
          </a:p>
          <a:p>
            <a:r>
              <a:t>Express</a:t>
            </a:r>
          </a:p>
          <a:p>
            <a:r>
              <a:t>MongoDB</a:t>
            </a:r>
          </a:p>
          <a:p>
            <a:r>
              <a:t>Redis</a:t>
            </a:r>
          </a:p>
          <a:p>
            <a:r>
              <a:t>Tailwind CSS</a:t>
            </a:r>
          </a:p>
          <a:p>
            <a:r>
              <a:t>Twilio API</a:t>
            </a:r>
          </a:p>
          <a:p>
            <a:r>
              <a:t>SendGrid</a:t>
            </a:r>
          </a:p>
          <a:p>
            <a:r>
              <a:t>Vercel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Domain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Web Development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Frontend: Next.js SSR on Vercel</a:t>
            </a:r>
          </a:p>
          <a:p>
            <a:r>
              <a:t>Backend: Node/Express REST API</a:t>
            </a:r>
          </a:p>
          <a:p>
            <a:r>
              <a:t>Database: MongoDB Atlas</a:t>
            </a:r>
          </a:p>
          <a:p>
            <a:r>
              <a:t>Cache: Redis for session &amp; rate limiting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